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Play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Nunito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16C3E8-A3B4-4CAE-A72B-9407BAFACDD6}">
  <a:tblStyle styleId="{8B16C3E8-A3B4-4CAE-A72B-9407BAFACD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Play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Sans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NunitoSans-italic.fntdata"/><Relationship Id="rId27" Type="http://schemas.openxmlformats.org/officeDocument/2006/relationships/font" Target="fonts/Nunito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Sa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c8ef7e2e2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c8ef7e2e2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8ef7e2e2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c8ef7e2e2_3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c8b057dd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bc8b057dd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8b057dd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bc8b057dd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c8b057dd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bc8b057dd2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8b057dd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bc8b057dd2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c8b057dd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bc8b057dd2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c8b057dd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bc8b057dd2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c8b057dd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bc8b057dd2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c8b057dd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bc8b057dd2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c8b057dd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c8b057dd2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c8b057dd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bc8b057dd2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162000"/>
            <a:ext cx="9144000" cy="4800300"/>
          </a:xfrm>
          <a:prstGeom prst="rect">
            <a:avLst/>
          </a:prstGeom>
          <a:blipFill rotWithShape="1">
            <a:blip r:embed="rId3">
              <a:alphaModFix amt="30000"/>
            </a:blip>
            <a:stretch>
              <a:fillRect b="0" l="0" r="0" t="-38619"/>
            </a:stretch>
          </a:blip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4927108" y="4972927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-8853" y="4972927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0" y="1178313"/>
            <a:ext cx="9144000" cy="3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Minor Project Synopsis Presentation</a:t>
            </a:r>
            <a:endParaRPr sz="24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SafeRoute</a:t>
            </a:r>
            <a:endParaRPr b="1" sz="24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Project Category: </a:t>
            </a:r>
            <a:r>
              <a:rPr lang="en" sz="2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Research Based</a:t>
            </a:r>
            <a:endParaRPr sz="2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Submitted in partial fulfilment of the requirement of the degree of</a:t>
            </a:r>
            <a:br>
              <a:rPr lang="en" sz="1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2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 </a:t>
            </a:r>
            <a:r>
              <a:rPr b="1"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Bachelor of Technology</a:t>
            </a:r>
            <a:endParaRPr b="1"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in </a:t>
            </a:r>
            <a:endParaRPr b="1"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Computer and Software Engineering</a:t>
            </a:r>
            <a:endParaRPr b="1"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Submitted by Projexa Team -</a:t>
            </a:r>
            <a:r>
              <a:rPr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i="1"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26E1234</a:t>
            </a:r>
            <a:endParaRPr i="1"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0308" y="200474"/>
            <a:ext cx="4078117" cy="823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4927108" y="4972927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-8853" y="4972927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2850" y="750000"/>
            <a:ext cx="9153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Project Title</a:t>
            </a:r>
            <a:r>
              <a:rPr lang="en" sz="1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sz="1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SafeRoute: Geospatial Analysis and Alert System for High-Risk Traffic Zones</a:t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8803958" y="4921958"/>
            <a:ext cx="340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26"/>
          <p:cNvGraphicFramePr/>
          <p:nvPr/>
        </p:nvGraphicFramePr>
        <p:xfrm>
          <a:off x="1788875" y="2069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{8B16C3E8-A3B4-4CAE-A72B-9407BAFACDD6}</a:tableStyleId>
              </a:tblPr>
              <a:tblGrid>
                <a:gridCol w="2790475"/>
                <a:gridCol w="2790475"/>
              </a:tblGrid>
              <a:tr h="3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Student Name</a:t>
                      </a:r>
                      <a:endParaRPr b="1"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Roll number</a:t>
                      </a:r>
                      <a:endParaRPr b="1"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1BF1"/>
                    </a:solidFill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Shourya Pratap Singh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2501010030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Vansh Viraj Bisht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2501010183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Ishan Rawat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2501010153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Saurabh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2501010045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Kartikeya Narang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2501010241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Prithvee Singh Yadav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2501010087</a:t>
                      </a:r>
                      <a:endParaRPr sz="12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26"/>
          <p:cNvSpPr txBox="1"/>
          <p:nvPr/>
        </p:nvSpPr>
        <p:spPr>
          <a:xfrm>
            <a:off x="1781550" y="152730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Pre-Final Year Project Synopsis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Submitted By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-8850" y="4140275"/>
            <a:ext cx="17904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Faculty Mentor:</a:t>
            </a:r>
            <a:endParaRPr b="1"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Dr. Shahid Ahmad Wani 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0" y="1608100"/>
            <a:ext cx="9144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Problem: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Modern navigation apps (Google Maps) optimize for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speed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but ignore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safety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Commuters are often routed through high-risk "black spots" without warning.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Solution: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SafeRoute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data-driven analytical tool that visualizes historical accident data.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Concept: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It shifts the focus from "Reactive" analysis (police reports) to "Proactive" awareness (interactive maps).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Technique: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Uses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 Learning (K-Means)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cluster accidents and identify dangerous intersections.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Objectives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-4500" y="1854400"/>
            <a:ext cx="9153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Aggregation: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collect and clean historical road accident data from Open Government Data (OGD) and Kaggle.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Hotspot Identification: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use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K-Means Clustering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mathematically identify centroids of high-risk zones.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Risk Visualization: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develop an interactive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Geospatial Heatmap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(using Folium) that allows users to see "Red Zones" (Danger) vs. "Green Zones" (Safe).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Awareness: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provide a proof-of-concept interface for safer route planning.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9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-4500" y="1470063"/>
            <a:ext cx="9153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Interactive Heatmap: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web-based map where users can zoom in/out to inspect safety levels of specific streets.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Severity Scoring: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Distinguishes between "Minor Accidents" and "Fatal Clusters" using weighted data.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Color-Coded Risk:</a:t>
            </a:r>
            <a:b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🔴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High Risk (Avoid if possible)</a:t>
            </a:r>
            <a:b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🟡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Yellow: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Moderate Risk (Drive with caution)</a:t>
            </a:r>
            <a:b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🟢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Green: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Safe Zone (Drive comfortably)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Metadata Tooltips: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Clicking a marker shows detailed stats (e.g., "45 accidents in 2024").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0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Usecases &amp; Scope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-4500" y="1423863"/>
            <a:ext cx="91530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Cases: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Daily Commuters: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Checking route safety before starting a trip.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City Planners: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Identifying exactly where infrastructure repairs (lights, speed breakers) are needed.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Emergency Services: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Positioning ambulances near predicted high-risk zones.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Scope: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Current: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Analysis of historical data for a specific city (e.g., Delhi NCR).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Future: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Real-time integration with live traffic APIs and mobile GPS navigation.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1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1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Flow diagram/Architecture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6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2580000" y="1551188"/>
            <a:ext cx="396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System Architecture showing Data Flow from Input CSV to Folium Map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1" name="Google Shape;211;p31" title="uhh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5" y="2454075"/>
            <a:ext cx="9132299" cy="8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2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and Resources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7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-4500" y="1423863"/>
            <a:ext cx="91530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Sources: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 Government Data (OGD) Platform India: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Primary source for official road accident statistics.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Kaggle Datasets: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Supplementary data for specific city coordinates.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Software &amp; Tools: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Language: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Python 3.8+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VS Code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Libraries: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Pandas (Data Cleaning), Scikit-Learn (Clustering), Folium (Visualization).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8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-8850" y="1525000"/>
            <a:ext cx="91440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Approach: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We follow the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Science Lifecycle (DSLC)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Collection: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Ingesting raw CSV files.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Preprocessing: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Using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Pandas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remove null values and normalize geospatial coordinates.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Modeling: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Applying the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K-Means Algorithm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group accident points into clusters (K determined by Elbow Method).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Visualization: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Rendering the cluster centroids onto an OpenStreetMap base layer using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Folium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4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4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Results &amp; Impact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9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-275" y="1398375"/>
            <a:ext cx="91530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Expected Results: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cleaned, structured dataset ready for analysis.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fully functional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 Map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file identifying at least 10 major "Black Spots" in the target city.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Societal Impact: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Safety: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Potentially reduces preventable accidents by increasing driver awareness.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Policy: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Provides evidence-based insights for local municipal authorities.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SDG Alignment: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Supports SDG 3 (Good Health) and SDG 11 (Sustainable Cities).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5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5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5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Timeline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10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9" name="Google Shape;259;p3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{8B16C3E8-A3B4-4CAE-A72B-9407BAFACDD6}</a:tableStyleId>
              </a:tblPr>
              <a:tblGrid>
                <a:gridCol w="1520625"/>
                <a:gridCol w="5718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</a:t>
                      </a:r>
                      <a:endParaRPr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E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Task</a:t>
                      </a:r>
                      <a:endParaRPr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1BF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Weeks 1-3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Topic Selection, Team Formation, &amp; Synopsis Submission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Weeks 4-6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Collection, Literature Review, &amp; Mid-Term Viva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Weeks 7-9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Python Coding (Data Cleaning &amp; K-Means Implementation)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Weeks 10-11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Map Integration (Folium) &amp; Testing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Weeks 12-14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Final Report Writing, Demo Video, &amp; Final Submission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6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6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6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0" y="2040363"/>
            <a:ext cx="91440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</a:t>
            </a:r>
            <a:r>
              <a:rPr b="1" lang="en" sz="6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6400">
                <a:solidFill>
                  <a:srgbClr val="341B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endParaRPr b="1" sz="6400">
              <a:solidFill>
                <a:srgbClr val="341B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